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828800" cy="914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000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1456CC6-0275-4FD3-817C-8B26E2E9CE6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34" y="213921"/>
            <a:ext cx="1645753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00" b="0" strike="noStrike" spc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173667-9AC9-4295-BEDA-C2FA5E394821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34" y="213921"/>
            <a:ext cx="1645753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639912-198D-47AC-9704-02CD86B1AE6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34" y="213921"/>
            <a:ext cx="803120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785" y="213921"/>
            <a:ext cx="803120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280602D-E040-4456-95E1-6AB9A5E1A1D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B2A1007-B781-4CC5-B227-AC93EBB0EE8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34" y="36456"/>
            <a:ext cx="1645753" cy="7076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00" b="0" strike="noStrike" spc="0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F000E68-C640-4AC5-B995-6883E9BF1F0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34" y="213920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785" y="213921"/>
            <a:ext cx="803120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34" y="490884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307B0BE-2F74-42F5-9A51-E46ADA1336B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34" y="213921"/>
            <a:ext cx="803120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785" y="213920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785" y="490884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EC63414-0E39-4125-9B96-659C23E7C43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34" y="213920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785" y="213920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34" y="490884"/>
            <a:ext cx="1645753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88591C3-2728-4CCB-A95E-AE1CB85F1B9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34" y="213920"/>
            <a:ext cx="1645753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34" y="490884"/>
            <a:ext cx="1645753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778155-8A29-4DBD-84B0-E1B92F8AAF6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34" y="213920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785" y="213920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34" y="490884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785" y="490884"/>
            <a:ext cx="803120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745D132-B134-48A5-B371-F779693A7E4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129" b="0" strike="noStrike" spc="0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34" y="213920"/>
            <a:ext cx="529862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878" y="213920"/>
            <a:ext cx="529862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255" y="213920"/>
            <a:ext cx="529862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34" y="490884"/>
            <a:ext cx="529862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878" y="490884"/>
            <a:ext cx="529862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255" y="490884"/>
            <a:ext cx="529862" cy="252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00" b="0" strike="noStrike" spc="0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FD64EEC-9DC4-4BB5-9438-6D32281D639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34" y="36458"/>
            <a:ext cx="1645753" cy="15261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29" b="0" strike="noStrike" spc="0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91434" y="213921"/>
            <a:ext cx="1645753" cy="5302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0">
                <a:latin typeface="Arial"/>
              </a:rPr>
              <a:t>Click to edit the outline text format</a:t>
            </a:r>
          </a:p>
          <a:p>
            <a:pPr marL="25280" lvl="1" indent="-9480">
              <a:spcBef>
                <a:spcPts val="3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0">
                <a:latin typeface="Arial"/>
              </a:rPr>
              <a:t>Second Outline Level</a:t>
            </a:r>
          </a:p>
          <a:p>
            <a:pPr marL="37921" lvl="2" indent="-8427">
              <a:spcBef>
                <a:spcPts val="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0">
                <a:latin typeface="Arial"/>
              </a:rPr>
              <a:t>Third Outline Level</a:t>
            </a:r>
          </a:p>
          <a:p>
            <a:pPr marL="50561" lvl="3" indent="-6320">
              <a:spcBef>
                <a:spcPts val="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0">
                <a:latin typeface="Arial"/>
              </a:rPr>
              <a:t>Fourth Outline Level</a:t>
            </a:r>
          </a:p>
          <a:p>
            <a:pPr marL="63201" lvl="4" indent="-6320">
              <a:spcBef>
                <a:spcPts val="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0">
                <a:latin typeface="Arial"/>
              </a:rPr>
              <a:t>Fifth Outline Level</a:t>
            </a:r>
          </a:p>
          <a:p>
            <a:pPr marL="75842" lvl="5" indent="-6320">
              <a:spcBef>
                <a:spcPts val="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0">
                <a:latin typeface="Arial"/>
              </a:rPr>
              <a:t>Sixth Outline Level</a:t>
            </a:r>
          </a:p>
          <a:p>
            <a:pPr marL="88482" lvl="6" indent="-6320">
              <a:spcBef>
                <a:spcPts val="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0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91434" y="832923"/>
            <a:ext cx="426019" cy="629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00" b="0" strike="noStrike" spc="0">
                <a:latin typeface="Times New Roman"/>
              </a:defRPr>
            </a:lvl1pPr>
          </a:lstStyle>
          <a:p>
            <a:r>
              <a:rPr lang="en-US" sz="100" b="0" strike="noStrike" spc="0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625411" y="832923"/>
            <a:ext cx="579628" cy="629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00" b="0" strike="noStrike" spc="0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00" b="0" strike="noStrike" spc="0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311168" y="832923"/>
            <a:ext cx="426019" cy="629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00" b="0" strike="noStrike" spc="0">
                <a:latin typeface="Times New Roman"/>
              </a:defRPr>
            </a:lvl1pPr>
          </a:lstStyle>
          <a:p>
            <a:pPr algn="r">
              <a:buNone/>
            </a:pPr>
            <a:fld id="{174E4A34-F900-439F-886F-B8C5CA562214}" type="slidenum">
              <a:rPr lang="en-US" sz="100" b="0" strike="noStrike" spc="0">
                <a:latin typeface="Times New Roman"/>
              </a:rPr>
              <a:t>‹#›</a:t>
            </a:fld>
            <a:endParaRPr lang="en-US" sz="100" b="0" strike="noStrike" spc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26755" rtl="0" eaLnBrk="1" latinLnBrk="0" hangingPunct="1">
        <a:lnSpc>
          <a:spcPct val="90000"/>
        </a:lnSpc>
        <a:spcBef>
          <a:spcPct val="0"/>
        </a:spcBef>
        <a:buNone/>
        <a:defRPr sz="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365" indent="-58774" algn="l" defTabSz="26755" rtl="0" eaLnBrk="1" latinLnBrk="0" hangingPunct="1">
        <a:lnSpc>
          <a:spcPct val="90000"/>
        </a:lnSpc>
        <a:spcBef>
          <a:spcPts val="257"/>
        </a:spcBef>
        <a:buClr>
          <a:srgbClr val="000000"/>
        </a:buClr>
        <a:buSzPct val="45000"/>
        <a:buFont typeface="Wingdings" charset="2"/>
        <a:buChar char=""/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20066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33444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46822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60199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73577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86954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00332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13710" indent="-6689" algn="l" defTabSz="26755" rtl="0" eaLnBrk="1" latinLnBrk="0" hangingPunct="1">
        <a:lnSpc>
          <a:spcPct val="90000"/>
        </a:lnSpc>
        <a:spcBef>
          <a:spcPts val="15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13378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26755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40133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53510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66888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80266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93643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07021" algn="l" defTabSz="26755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/>
          <p:nvPr/>
        </p:nvPicPr>
        <p:blipFill>
          <a:blip r:embed="rId2"/>
          <a:stretch/>
        </p:blipFill>
        <p:spPr>
          <a:xfrm>
            <a:off x="98821" y="267890"/>
            <a:ext cx="1631157" cy="378619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Symbol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Zia Ahmed</cp:lastModifiedBy>
  <cp:revision>2</cp:revision>
  <dcterms:created xsi:type="dcterms:W3CDTF">2026-05-02T22:07:51Z</dcterms:created>
  <dcterms:modified xsi:type="dcterms:W3CDTF">2026-05-03T13:25:53Z</dcterms:modified>
  <dc:language>en-US</dc:language>
</cp:coreProperties>
</file>