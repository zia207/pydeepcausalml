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58400" cy="27432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3928FE-1BFB-4AE7-8525-303D8B0BE0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2920" y="641880"/>
            <a:ext cx="9052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37FD1D-DE6C-419E-9C8F-5533924B11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9052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2A6688-03A9-4946-853F-9BEAFD0E46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B2835C-1404-49FA-B2C1-5EF75A08AC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E33E85-4E9D-4D0B-95E6-FF9B2C7A49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2920" y="109440"/>
            <a:ext cx="9052200" cy="212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902AF8-2AFD-4C6E-B483-D2DAC986A4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2920" y="147276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433B0C-8259-4231-83CB-5B9E44F2F3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41520" y="147276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C9C764-6F92-49ED-84FD-0D6586DA5B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2920" y="1472760"/>
            <a:ext cx="9052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1A14FA-503C-4CAD-BD3D-A17ADE69A6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9052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2920" y="1472760"/>
            <a:ext cx="9052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CB9BB7-475F-4484-852F-06F24A1B3E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2920" y="147276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41520" y="147276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70BDD4-F93B-49A2-876F-05F85CC70C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63640" y="64188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24360" y="64188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2920" y="147276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63640" y="147276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24360" y="147276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6F4A2D-79E1-47CC-80A4-A4766662CE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331440" y="2542320"/>
            <a:ext cx="3391560" cy="14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103520" y="2542320"/>
            <a:ext cx="2260080" cy="14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41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E98E427-3188-43AD-AC3E-AB6A3343557A}" type="slidenum">
              <a:rPr b="0" lang="en-US" sz="41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41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91200" y="2542320"/>
            <a:ext cx="2260080" cy="14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2920" y="641880"/>
            <a:ext cx="9052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1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1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4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54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4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4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500560" y="645840"/>
            <a:ext cx="6287040" cy="148428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3465a4"/>
                </a:solidFill>
                <a:latin typeface="Arial"/>
                <a:ea typeface="DejaVu Sans"/>
              </a:rPr>
              <a:t>Deep Causal ML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1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680" cy="1832400"/>
          </a:xfrm>
          <a:prstGeom prst="rect">
            <a:avLst/>
          </a:prstGeom>
          <a:ln w="0">
            <a:noFill/>
          </a:ln>
        </p:spPr>
      </p:pic>
      <p:sp>
        <p:nvSpPr>
          <p:cNvPr id="43" name="Straight Connector 6"/>
          <p:cNvSpPr/>
          <p:nvPr/>
        </p:nvSpPr>
        <p:spPr>
          <a:xfrm>
            <a:off x="2039400" y="645840"/>
            <a:ext cx="4680" cy="1279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500560" y="645840"/>
            <a:ext cx="6287040" cy="148428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3465a4"/>
                </a:solidFill>
                <a:latin typeface="Arial"/>
                <a:ea typeface="DejaVu Sans"/>
              </a:rPr>
              <a:t>Deep Causal ML</a:t>
            </a:r>
            <a:br>
              <a:rPr sz="6000"/>
            </a:br>
            <a:r>
              <a:rPr b="0" lang="en-US" sz="2800" spc="-1" strike="noStrike">
                <a:solidFill>
                  <a:srgbClr val="3465a4"/>
                </a:solidFill>
                <a:latin typeface="Arial"/>
                <a:ea typeface="DejaVu Sans"/>
              </a:rPr>
              <a:t>Treatment Effect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Picture 3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680" cy="1832400"/>
          </a:xfrm>
          <a:prstGeom prst="rect">
            <a:avLst/>
          </a:prstGeom>
          <a:ln w="0">
            <a:noFill/>
          </a:ln>
        </p:spPr>
      </p:pic>
      <p:sp>
        <p:nvSpPr>
          <p:cNvPr id="46" name="Straight Connector 2"/>
          <p:cNvSpPr/>
          <p:nvPr/>
        </p:nvSpPr>
        <p:spPr>
          <a:xfrm>
            <a:off x="2039400" y="645840"/>
            <a:ext cx="4680" cy="1279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500560" y="645840"/>
            <a:ext cx="6287040" cy="148428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3465a4"/>
                </a:solidFill>
                <a:latin typeface="Arial"/>
                <a:ea typeface="DejaVu Sans"/>
              </a:rPr>
              <a:t>Deep Causal ML</a:t>
            </a:r>
            <a:br>
              <a:rPr sz="6000"/>
            </a:br>
            <a:r>
              <a:rPr b="0" lang="en-US" sz="2800" spc="-1" strike="noStrike">
                <a:solidFill>
                  <a:srgbClr val="3465a4"/>
                </a:solidFill>
                <a:latin typeface="Arial"/>
                <a:ea typeface="DejaVu Sans"/>
              </a:rPr>
              <a:t>Generative Causal Models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Picture 4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680" cy="1832400"/>
          </a:xfrm>
          <a:prstGeom prst="rect">
            <a:avLst/>
          </a:prstGeom>
          <a:ln w="0">
            <a:noFill/>
          </a:ln>
        </p:spPr>
      </p:pic>
      <p:sp>
        <p:nvSpPr>
          <p:cNvPr id="49" name="Straight Connector 4"/>
          <p:cNvSpPr/>
          <p:nvPr/>
        </p:nvSpPr>
        <p:spPr>
          <a:xfrm>
            <a:off x="2039400" y="645840"/>
            <a:ext cx="4680" cy="1279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500560" y="645840"/>
            <a:ext cx="6287040" cy="148428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3465a4"/>
                </a:solidFill>
                <a:latin typeface="Arial"/>
                <a:ea typeface="DejaVu Sans"/>
              </a:rPr>
              <a:t>Deep Causal ML</a:t>
            </a:r>
            <a:br>
              <a:rPr sz="6000"/>
            </a:br>
            <a:r>
              <a:rPr b="0" lang="en-US" sz="2800" spc="-1" strike="noStrike">
                <a:solidFill>
                  <a:srgbClr val="3465a4"/>
                </a:solidFill>
                <a:latin typeface="Arial"/>
                <a:ea typeface="DejaVu Sans"/>
              </a:rPr>
              <a:t>Static Structure Learning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Picture 2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680" cy="1832400"/>
          </a:xfrm>
          <a:prstGeom prst="rect">
            <a:avLst/>
          </a:prstGeom>
          <a:ln w="0">
            <a:noFill/>
          </a:ln>
        </p:spPr>
      </p:pic>
      <p:sp>
        <p:nvSpPr>
          <p:cNvPr id="52" name="Straight Connector 3"/>
          <p:cNvSpPr/>
          <p:nvPr/>
        </p:nvSpPr>
        <p:spPr>
          <a:xfrm>
            <a:off x="2039400" y="645840"/>
            <a:ext cx="4680" cy="1279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500560" y="645840"/>
            <a:ext cx="6287040" cy="148428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3465a4"/>
                </a:solidFill>
                <a:latin typeface="Arial"/>
                <a:ea typeface="DejaVu Sans"/>
              </a:rPr>
              <a:t>Deep Causal ML</a:t>
            </a:r>
            <a:br>
              <a:rPr sz="6000"/>
            </a:br>
            <a:r>
              <a:rPr b="0" lang="en-US" sz="2800" spc="-1" strike="noStrike">
                <a:solidFill>
                  <a:srgbClr val="3465a4"/>
                </a:solidFill>
                <a:latin typeface="Arial"/>
                <a:ea typeface="DejaVu Sans"/>
              </a:rPr>
              <a:t>Temporal Causal ML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Picture 5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680" cy="1832400"/>
          </a:xfrm>
          <a:prstGeom prst="rect">
            <a:avLst/>
          </a:prstGeom>
          <a:ln w="0">
            <a:noFill/>
          </a:ln>
        </p:spPr>
      </p:pic>
      <p:sp>
        <p:nvSpPr>
          <p:cNvPr id="55" name="Straight Connector 5"/>
          <p:cNvSpPr/>
          <p:nvPr/>
        </p:nvSpPr>
        <p:spPr>
          <a:xfrm>
            <a:off x="2039400" y="645840"/>
            <a:ext cx="4680" cy="1279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2406</TotalTime>
  <Application>LibreOffice/7.3.7.2$Linux_X86_64 LibreOffice_project/30$Build-2</Application>
  <AppVersion>15.0000</AppVersion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2022-12-13T22:28:50Z</dcterms:created>
  <dc:creator>Zia Ahmed</dc:creator>
  <dc:description/>
  <dc:language>en-US</dc:language>
  <cp:lastModifiedBy/>
  <dcterms:modified xsi:type="dcterms:W3CDTF">2026-07-07T14:59:58Z</dcterms:modified>
  <cp:revision>38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11</vt:r8>
  </property>
</Properties>
</file>